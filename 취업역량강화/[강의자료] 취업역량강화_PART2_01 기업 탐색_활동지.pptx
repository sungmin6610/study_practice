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6"/>
  </p:notesMasterIdLst>
  <p:sldIdLst>
    <p:sldId id="750" r:id="rId2"/>
    <p:sldId id="751" r:id="rId3"/>
    <p:sldId id="752" r:id="rId4"/>
    <p:sldId id="753" r:id="rId5"/>
  </p:sldIdLst>
  <p:sldSz cx="12192000" cy="6858000"/>
  <p:notesSz cx="6858000" cy="9144000"/>
  <p:embeddedFontLst>
    <p:embeddedFont>
      <p:font typeface="맑은 고딕" panose="020B0503020000020004" pitchFamily="34" charset="-127"/>
      <p:regular r:id="rId7"/>
      <p:bold r:id="rId8"/>
    </p:embeddedFont>
    <p:embeddedFont>
      <p:font typeface="나눔고딕" panose="020B0604020202020204" charset="-127"/>
      <p:regular r:id="rId9"/>
      <p:bold r:id="rId10"/>
    </p:embeddedFont>
    <p:embeddedFont>
      <p:font typeface="G마켓 산스 TTF Bold" panose="02000000000000000000" pitchFamily="2" charset="-128"/>
      <p:bold r:id="rId11"/>
    </p:embeddedFont>
    <p:embeddedFont>
      <p:font typeface="나눔바른고딕 Light" panose="020B0603020101020101" pitchFamily="34" charset="-127"/>
      <p:regular r:id="rId12"/>
    </p:embeddedFont>
    <p:embeddedFont>
      <p:font typeface="나눔바른고딕" panose="020B0603020101020101" pitchFamily="34" charset="-127"/>
      <p:regular r:id="rId13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92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85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77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170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962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754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547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339" algn="l" defTabSz="6095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095A"/>
    <a:srgbClr val="2563EB"/>
    <a:srgbClr val="19319D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78545" autoAdjust="0"/>
  </p:normalViewPr>
  <p:slideViewPr>
    <p:cSldViewPr>
      <p:cViewPr>
        <p:scale>
          <a:sx n="50" d="100"/>
          <a:sy n="50" d="100"/>
        </p:scale>
        <p:origin x="2316" y="620"/>
      </p:cViewPr>
      <p:guideLst>
        <p:guide orient="horz" pos="2160"/>
        <p:guide pos="3840"/>
        <p:guide pos="5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ED4E9270-3294-4B1F-9756-8D47FA5BA4C0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78DCCCB-E281-4A55-80B6-AC3E9476A2E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88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1" hangingPunct="1">
      <a:defRPr sz="8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ABE3B-08D0-9781-CEB1-55A851A9F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183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FD52C0-DBD4-FE35-D121-58AF3C0DA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568"/>
            <a:ext cx="9144000" cy="16552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4D6B48-099D-6183-EBBE-1D97EA45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949488-C887-8FEE-FACA-1185B816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2EF431-56C9-D9B5-5FBA-083E73A4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16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260FC-EDE0-FBF9-CF0A-7E54EC80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66185"/>
            <a:ext cx="10515600" cy="609928"/>
          </a:xfrm>
        </p:spPr>
        <p:txBody>
          <a:bodyPr>
            <a:noAutofit/>
          </a:bodyPr>
          <a:lstStyle>
            <a:lvl1pPr>
              <a:defRPr sz="3733" spc="-200">
                <a:solidFill>
                  <a:srgbClr val="2563E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3C42F-864A-AFC5-6A35-27574DED2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193801"/>
            <a:ext cx="10642600" cy="4982632"/>
          </a:xfrm>
        </p:spPr>
        <p:txBody>
          <a:bodyPr>
            <a:normAutofit/>
          </a:bodyPr>
          <a:lstStyle>
            <a:lvl1pPr latinLnBrk="0">
              <a:lnSpc>
                <a:spcPct val="120000"/>
              </a:lnSpc>
              <a:defRPr sz="3200"/>
            </a:lvl1pPr>
            <a:lvl2pPr marL="914377" indent="-304792" latinLnBrk="0">
              <a:lnSpc>
                <a:spcPct val="120000"/>
              </a:lnSpc>
              <a:buFont typeface="Consolas" panose="020B0609020204030204" pitchFamily="49" charset="0"/>
              <a:buChar char="-"/>
              <a:defRPr sz="2667"/>
            </a:lvl2pPr>
            <a:lvl3pPr marL="1523962" indent="-304792" latinLnBrk="0">
              <a:lnSpc>
                <a:spcPct val="120000"/>
              </a:lnSpc>
              <a:buFont typeface="맑은 고딕" panose="020B0503020000020004" pitchFamily="50" charset="-127"/>
              <a:buChar char="〯"/>
              <a:defRPr sz="2400"/>
            </a:lvl3pPr>
            <a:lvl4pPr marL="2133547" indent="-304792" latinLnBrk="0">
              <a:lnSpc>
                <a:spcPct val="120000"/>
              </a:lnSpc>
              <a:buFont typeface="맑은 고딕" panose="020B0503020000020004" pitchFamily="50" charset="-127"/>
              <a:buChar char="〯"/>
              <a:defRPr sz="2133"/>
            </a:lvl4pPr>
            <a:lvl5pPr marL="2743131" indent="-304792" latinLnBrk="0">
              <a:lnSpc>
                <a:spcPct val="120000"/>
              </a:lnSpc>
              <a:buFont typeface="맑은 고딕" panose="020B0503020000020004" pitchFamily="50" charset="-127"/>
              <a:buChar char="〯"/>
              <a:defRPr sz="2133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0D63B-C69C-D28C-8014-79FC1616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1818"/>
            <a:ext cx="2743200" cy="366183"/>
          </a:xfrm>
        </p:spPr>
        <p:txBody>
          <a:bodyPr/>
          <a:lstStyle>
            <a:lvl1pPr>
              <a:defRPr sz="1333"/>
            </a:lvl1pPr>
          </a:lstStyle>
          <a:p>
            <a:fld id="{46D5463D-8883-4F43-AF48-9ED4B570854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AutoShape 11">
            <a:extLst>
              <a:ext uri="{FF2B5EF4-FFF2-40B4-BE49-F238E27FC236}">
                <a16:creationId xmlns:a16="http://schemas.microsoft.com/office/drawing/2014/main" id="{E60C5041-4579-9F08-708B-DED65CD9F9A5}"/>
              </a:ext>
            </a:extLst>
          </p:cNvPr>
          <p:cNvSpPr/>
          <p:nvPr userDrawn="1"/>
        </p:nvSpPr>
        <p:spPr>
          <a:xfrm>
            <a:off x="685800" y="976113"/>
            <a:ext cx="10820400" cy="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sz="600"/>
          </a:p>
        </p:txBody>
      </p:sp>
    </p:spTree>
    <p:extLst>
      <p:ext uri="{BB962C8B-B14F-4D97-AF65-F5344CB8AC3E}">
        <p14:creationId xmlns:p14="http://schemas.microsoft.com/office/powerpoint/2010/main" val="119934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EE56C-845B-10DC-DECA-08959A17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10267"/>
            <a:ext cx="10515600" cy="285326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D411AA-E942-8609-47F1-4D8D20D79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8934"/>
            <a:ext cx="10515600" cy="150071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BFF4C-2C04-FD56-D502-EEAF67AB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D9AE-8B01-5B4D-1CA9-B5234FDC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C9AAB-5E98-D7FC-9C58-0F71E815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166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6B8AB-121B-77C9-32BA-4A2F9AE8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C549AD-D413-38C7-B6B5-0B2E7195F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6684"/>
            <a:ext cx="5156200" cy="434974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417A35-2ADA-5800-A414-E626C83C3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6684"/>
            <a:ext cx="5156200" cy="434974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20D293-4A85-4128-BC85-F306082B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2DCC61-3E72-0174-BA42-A8296274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1640D0-1707-926E-FFEA-F5455ED42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73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A734AA-A6BC-B291-E490-859459A3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66148A-8C11-A6AF-13E0-D2A649B02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2E3C53-E932-4AF7-E340-F3A66832C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AF309F-B62A-A24D-5FD4-274932FC0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1B0BCB-71EC-E03E-9589-CE4A5D215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2D7E74-8370-1B43-A7FC-ED73E10F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2EE709-B64B-28DC-17CE-CBC2E6AC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FB3942-25D8-1811-4F19-DBF26E32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03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6CAE05-8A6B-CFA5-7324-91CD68C6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A9354A-75F0-C3B0-0BFF-F275113D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E63AC8-5483-F637-46B7-095C55BE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D2D489-097E-FE14-CEF7-745EFF3A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94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4E65DE-4100-A4DF-4BC0-7D275B2A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FC5751-8A01-1A9B-748F-5C52519A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AD4EE-500A-3CB6-E0C4-1C9F1668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8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C56C9-75FF-7ABB-3BAB-594201B2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A72A3-F88C-872E-39B1-1D4B5DC8B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78FED1-BB27-A2B2-BFF7-F0985C093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D85D3B-7BC2-EF17-78DA-CA39B23A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574F6-6600-28BB-B7C6-B6032D53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68C28-2764-89CD-681A-C2AD6C74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36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980F6-6E5F-3074-32F4-C4262F64D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BE20F9-3C18-5643-8581-09A4CC0B7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8485"/>
            <a:ext cx="6172200" cy="48725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7D4041-7282-8378-228A-9558A5671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93A5B9-0127-676D-3E2E-E56A5DFE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C6B503-7CE1-8B0B-7E5C-74D5753F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F870D6-6F2E-1D54-0CF2-1143096E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64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957F6-6340-9471-2D22-2A59C3A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12681E-529D-9D24-24C7-169D7111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621D3-5932-EF72-3DC9-FB7766590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2E9F4-EC53-82CC-C4F5-240333F56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3DE4BA-A70E-197A-459C-ABD5319A9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875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F47305-5BC2-CF3E-FE92-C6CE53EA79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6185"/>
            <a:ext cx="2628900" cy="581024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AA20E9-E122-10DF-0851-81B586043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6185"/>
            <a:ext cx="7683500" cy="581024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27DBF-C238-3A84-51A4-3F941587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8CD5C0-7D99-4C8F-BEB9-6FCC7BAF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379BB-650E-D5BD-612D-8B58CF33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5463D-8883-4F43-AF48-9ED4B57085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1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1C5076-8BBE-B451-7BD5-01531E4E0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4C5A6D-8EB7-F343-E4BF-B4CE4152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4D602-0C37-FDBB-009A-D750AF0C7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EF9C7-CCEB-B68A-E52D-6598257D7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59562-C5E8-5E81-67FF-3A2A92009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1818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5463D-8883-4F43-AF48-9ED4B57085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14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219170" rtl="0" eaLnBrk="1" latinLnBrk="1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1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실습 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r>
              <a:rPr lang="en-US" altLang="ko-KR" dirty="0"/>
              <a:t> </a:t>
            </a:r>
            <a:r>
              <a:rPr lang="ko-KR" altLang="en-US" dirty="0"/>
              <a:t>키워드 </a:t>
            </a:r>
            <a:r>
              <a:rPr lang="en-US" altLang="ko-KR" dirty="0"/>
              <a:t>10</a:t>
            </a:r>
            <a:r>
              <a:rPr lang="ko-KR" altLang="en-US" dirty="0"/>
              <a:t>개로 공고 찾기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/>
              <a:t>활동</a:t>
            </a:r>
            <a:r>
              <a:rPr lang="en-US" altLang="ko-KR" sz="2400" b="1" dirty="0" smtClean="0"/>
              <a:t>: </a:t>
            </a:r>
            <a:r>
              <a:rPr lang="ko-KR" altLang="en-US" sz="2400" dirty="0" smtClean="0"/>
              <a:t>사람인 </a:t>
            </a:r>
            <a:r>
              <a:rPr lang="ko-KR" altLang="en-US" sz="2400" dirty="0"/>
              <a:t>또는 </a:t>
            </a:r>
            <a:r>
              <a:rPr lang="ko-KR" altLang="en-US" sz="2400" dirty="0" err="1"/>
              <a:t>잡코리아에서</a:t>
            </a:r>
            <a:r>
              <a:rPr lang="ko-KR" altLang="en-US" sz="2400" dirty="0"/>
              <a:t> 다음 키워드 중 </a:t>
            </a:r>
            <a:r>
              <a:rPr lang="en-US" altLang="ko-KR" sz="2400" dirty="0"/>
              <a:t>5</a:t>
            </a:r>
            <a:r>
              <a:rPr lang="ko-KR" altLang="en-US" sz="2400" dirty="0"/>
              <a:t>개 이상 검색한다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99164"/>
            <a:ext cx="2686425" cy="40772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090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실습 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/>
              <a:t>키워드 </a:t>
            </a:r>
            <a:r>
              <a:rPr lang="en-US" altLang="ko-KR" dirty="0"/>
              <a:t>10</a:t>
            </a:r>
            <a:r>
              <a:rPr lang="ko-KR" altLang="en-US" dirty="0"/>
              <a:t>개로 공고 찾기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/>
              <a:t>결과물</a:t>
            </a:r>
            <a:r>
              <a:rPr lang="en-US" altLang="ko-KR" sz="2400" b="1" dirty="0" smtClean="0"/>
              <a:t>: </a:t>
            </a:r>
            <a:r>
              <a:rPr lang="ko-KR" altLang="en-US" sz="2400" dirty="0" smtClean="0"/>
              <a:t>관심 </a:t>
            </a:r>
            <a:r>
              <a:rPr lang="ko-KR" altLang="en-US" sz="2400" dirty="0"/>
              <a:t>공고 </a:t>
            </a:r>
            <a:r>
              <a:rPr lang="en-US" altLang="ko-KR" sz="2400" dirty="0"/>
              <a:t>3</a:t>
            </a:r>
            <a:r>
              <a:rPr lang="ko-KR" altLang="en-US" sz="2400" dirty="0"/>
              <a:t>개를 저장하고</a:t>
            </a:r>
            <a:r>
              <a:rPr lang="en-US" altLang="ko-KR" sz="2400" dirty="0"/>
              <a:t>, </a:t>
            </a:r>
            <a:r>
              <a:rPr lang="ko-KR" altLang="en-US" sz="2400" dirty="0"/>
              <a:t>표로 정리한다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34734"/>
              </p:ext>
            </p:extLst>
          </p:nvPr>
        </p:nvGraphicFramePr>
        <p:xfrm>
          <a:off x="990600" y="2286000"/>
          <a:ext cx="10515600" cy="249555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587511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988852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06352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927918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4241137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회사명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 smtClean="0"/>
                        <a:t>공고명</a:t>
                      </a:r>
                      <a:r>
                        <a:rPr lang="en-US" altLang="ko-KR" sz="1800" dirty="0" smtClean="0"/>
                        <a:t>(</a:t>
                      </a:r>
                      <a:r>
                        <a:rPr lang="ko-KR" altLang="en-US" sz="1800" dirty="0" err="1" smtClean="0"/>
                        <a:t>링크첨부</a:t>
                      </a:r>
                      <a:r>
                        <a:rPr lang="en-US" altLang="ko-KR" sz="1800" dirty="0" smtClean="0"/>
                        <a:t>)</a:t>
                      </a:r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/>
                        <a:t>산업군</a:t>
                      </a:r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/>
                        <a:t>요구기술</a:t>
                      </a:r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내 과목과 연결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260699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3274097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13215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34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53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실습 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/>
              <a:t>회사 홈페이지 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/>
              <a:t>활동</a:t>
            </a:r>
            <a:r>
              <a:rPr lang="en-US" altLang="ko-KR" sz="2400" b="1" dirty="0" smtClean="0"/>
              <a:t>: </a:t>
            </a:r>
            <a:r>
              <a:rPr lang="ko-KR" altLang="en-US" sz="2400" dirty="0" smtClean="0"/>
              <a:t>관심 </a:t>
            </a:r>
            <a:r>
              <a:rPr lang="ko-KR" altLang="en-US" sz="2400" dirty="0"/>
              <a:t>공고에 나온 회사 </a:t>
            </a:r>
            <a:r>
              <a:rPr lang="en-US" altLang="ko-KR" sz="2400" dirty="0"/>
              <a:t>1</a:t>
            </a:r>
            <a:r>
              <a:rPr lang="ko-KR" altLang="en-US" sz="2400" dirty="0"/>
              <a:t>개를 선택해서 홈페이지를 본다</a:t>
            </a:r>
            <a:r>
              <a:rPr lang="en-US" altLang="ko-KR" sz="2400" dirty="0" smtClean="0"/>
              <a:t>.</a:t>
            </a:r>
          </a:p>
          <a:p>
            <a:r>
              <a:rPr lang="ko-KR" altLang="en-US" sz="2400" b="1" dirty="0" smtClean="0"/>
              <a:t>결과물</a:t>
            </a:r>
            <a:r>
              <a:rPr lang="en-US" altLang="ko-KR" sz="2400" b="1" dirty="0" smtClean="0"/>
              <a:t>: </a:t>
            </a:r>
            <a:endParaRPr lang="en-US" altLang="ko-KR" sz="2400" b="1" dirty="0"/>
          </a:p>
          <a:p>
            <a:endParaRPr lang="ko-KR" altLang="en-US" sz="2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557001"/>
              </p:ext>
            </p:extLst>
          </p:nvPr>
        </p:nvGraphicFramePr>
        <p:xfrm>
          <a:off x="1600200" y="2666996"/>
          <a:ext cx="9296400" cy="3320770"/>
        </p:xfrm>
        <a:graphic>
          <a:graphicData uri="http://schemas.openxmlformats.org/drawingml/2006/table">
            <a:tbl>
              <a:tblPr/>
              <a:tblGrid>
                <a:gridCol w="2694609">
                  <a:extLst>
                    <a:ext uri="{9D8B030D-6E8A-4147-A177-3AD203B41FA5}">
                      <a16:colId xmlns:a16="http://schemas.microsoft.com/office/drawing/2014/main" val="281379614"/>
                    </a:ext>
                  </a:extLst>
                </a:gridCol>
                <a:gridCol w="6601791">
                  <a:extLst>
                    <a:ext uri="{9D8B030D-6E8A-4147-A177-3AD203B41FA5}">
                      <a16:colId xmlns:a16="http://schemas.microsoft.com/office/drawing/2014/main" val="3810025675"/>
                    </a:ext>
                  </a:extLst>
                </a:gridCol>
              </a:tblGrid>
              <a:tr h="228604"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23588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 dirty="0"/>
                        <a:t>회사가 만드는 것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2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21230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/>
                        <a:t>고객</a:t>
                      </a:r>
                      <a:r>
                        <a:rPr lang="en-US" altLang="ko-KR" sz="2000"/>
                        <a:t>/</a:t>
                      </a:r>
                      <a:r>
                        <a:rPr lang="ko-KR" altLang="en-US" sz="2000"/>
                        <a:t>산업 분야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2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569655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/>
                        <a:t>관련 직무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2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469874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/>
                        <a:t>필요한 기술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2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91881"/>
                  </a:ext>
                </a:extLst>
              </a:tr>
              <a:tr h="584906">
                <a:tc>
                  <a:txBody>
                    <a:bodyPr/>
                    <a:lstStyle/>
                    <a:p>
                      <a:r>
                        <a:rPr lang="ko-KR" altLang="en-US" sz="2000"/>
                        <a:t>내가 준비할 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20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306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최종 결과물</a:t>
            </a:r>
            <a:r>
              <a:rPr lang="en-US" altLang="ko-KR" dirty="0" smtClean="0">
                <a:solidFill>
                  <a:schemeClr val="tx1"/>
                </a:solidFill>
              </a:rPr>
              <a:t>: </a:t>
            </a:r>
            <a:r>
              <a:rPr lang="ko-KR" altLang="en-US" dirty="0" smtClean="0"/>
              <a:t>지원 실습할 회사</a:t>
            </a:r>
            <a:r>
              <a:rPr lang="en-US" altLang="ko-KR" dirty="0" smtClean="0"/>
              <a:t>/</a:t>
            </a:r>
            <a:r>
              <a:rPr lang="ko-KR" altLang="en-US" dirty="0" smtClean="0"/>
              <a:t>공고 하나 정하기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활동</a:t>
            </a:r>
            <a:r>
              <a:rPr lang="en-US" altLang="ko-KR" sz="2800" dirty="0" smtClean="0"/>
              <a:t>: </a:t>
            </a:r>
            <a:r>
              <a:rPr lang="ko-KR" altLang="en-US" sz="2800" dirty="0" smtClean="0"/>
              <a:t>본 과목에서 가상으로 지원서를 작성할 회사 정하기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해당 회사를 대상으로 자기소개서를 작성할 것임</a:t>
            </a:r>
            <a:endParaRPr lang="ko-KR" altLang="en-US" sz="24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28010"/>
              </p:ext>
            </p:extLst>
          </p:nvPr>
        </p:nvGraphicFramePr>
        <p:xfrm>
          <a:off x="1610360" y="2819400"/>
          <a:ext cx="9210040" cy="1085850"/>
        </p:xfrm>
        <a:graphic>
          <a:graphicData uri="http://schemas.openxmlformats.org/drawingml/2006/table">
            <a:tbl>
              <a:tblPr/>
              <a:tblGrid>
                <a:gridCol w="3190240">
                  <a:extLst>
                    <a:ext uri="{9D8B030D-6E8A-4147-A177-3AD203B41FA5}">
                      <a16:colId xmlns:a16="http://schemas.microsoft.com/office/drawing/2014/main" val="570386636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17661193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ko-KR" altLang="en-US" sz="1800" dirty="0"/>
                        <a:t>회사명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 dirty="0" err="1" smtClean="0"/>
                        <a:t>공고명</a:t>
                      </a:r>
                      <a:r>
                        <a:rPr lang="en-US" altLang="ko-KR" sz="1800" dirty="0" smtClean="0"/>
                        <a:t>(</a:t>
                      </a:r>
                      <a:r>
                        <a:rPr lang="ko-KR" altLang="en-US" sz="1800" dirty="0" err="1" smtClean="0"/>
                        <a:t>링크첨부</a:t>
                      </a:r>
                      <a:r>
                        <a:rPr lang="en-US" altLang="ko-KR" sz="1800" dirty="0" smtClean="0"/>
                        <a:t>)</a:t>
                      </a:r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28972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1800"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25630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2">
      <a:majorFont>
        <a:latin typeface="나눔바른고딕"/>
        <a:ea typeface="나눔바른고딕"/>
        <a:cs typeface=""/>
      </a:majorFont>
      <a:minorFont>
        <a:latin typeface="나눔바른고딕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1653</TotalTime>
  <Words>116</Words>
  <Application>Microsoft Office PowerPoint</Application>
  <PresentationFormat>와이드스크린</PresentationFormat>
  <Paragraphs>24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Arial</vt:lpstr>
      <vt:lpstr>맑은 고딕</vt:lpstr>
      <vt:lpstr>나눔고딕</vt:lpstr>
      <vt:lpstr>G마켓 산스 TTF Bold</vt:lpstr>
      <vt:lpstr>나눔바른고딕 Light</vt:lpstr>
      <vt:lpstr>나눔바른고딕</vt:lpstr>
      <vt:lpstr>Consolas</vt:lpstr>
      <vt:lpstr>디자인 사용자 지정</vt:lpstr>
      <vt:lpstr>실습 1. 키워드 10개로 공고 찾기</vt:lpstr>
      <vt:lpstr>실습 1. 키워드 10개로 공고 찾기</vt:lpstr>
      <vt:lpstr>실습 2. 회사 홈페이지 분석</vt:lpstr>
      <vt:lpstr>최종 결과물: 지원 실습할 회사/공고 하나 정하기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&lt;취업역량강화&gt; 과목 안내</dc:title>
  <cp:lastModifiedBy>user</cp:lastModifiedBy>
  <cp:revision>88</cp:revision>
  <dcterms:created xsi:type="dcterms:W3CDTF">2006-08-16T00:00:00Z</dcterms:created>
  <dcterms:modified xsi:type="dcterms:W3CDTF">2026-06-08T02:33:09Z</dcterms:modified>
  <dc:identifier>DAGzncV0Pqo</dc:identifier>
</cp:coreProperties>
</file>