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 rtl="0">
      <a:defRPr lang="ko-k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0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6538CE7-4996-43BA-8A60-71A671E4496D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2026-07-07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328E3B9-20FD-4A66-B01D-2BA689DD37BB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8732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78F18F5-2538-4D6E-BBFE-8F3DC84EB666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275CD8D-B1D9-4658-A4F0-38CA8D83ED5D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그림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그룹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직사각형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자유형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자유형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직사각형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자유형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자유형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자유형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자유형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자유형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자유형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자유형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자유형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자유형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자유형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자유형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자유형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자유형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자유형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자유형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자유형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자유형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자유형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자유형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자유형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자유형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자유형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자유형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자유형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직사각형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자유형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자유형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자유형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자유형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자유형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자유형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자유형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자유형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자유형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자유형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자유형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직사각형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자유형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자유형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자유형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자유형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자유형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자유형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자유형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자유형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자유형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자유형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자유형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자유형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자유형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>
            <a:lvl1pPr>
              <a:defRPr/>
            </a:lvl1pPr>
          </a:lstStyle>
          <a:p>
            <a:fld id="{C00B3367-2F7F-480D-8265-A5F115556EDC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11F06A4-90D5-4970-A5FB-8A185662AA0A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1AEFB29-AE1E-432E-BE2A-25E4A2B68CFE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두 개의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F06206F-201F-4FEA-B235-BD5C86A84BA3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496EF2-CA38-4AD3-B137-E5895D4AAB47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AB3E875-9693-465B-ABBE-29F84704FA02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71E02E0-2B85-4ACA-9675-84FA03B5E805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56BCA1E-9EA4-475C-BF37-9BA714F2FB90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F250027-1125-4272-B8D8-ECEFA90A8C10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ko-KR" altLang="en-US" noProof="0" smtClean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85597C8-6E38-43FC-92A4-8CAC290DB1B4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92DCAA9-80AF-4294-9C91-6F5668FF7B1C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12" name="텍스트 개체 틀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E4F8A33-3706-4BC3-A482-3F3B298AA994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D22F896-40B5-4ADD-8801-0D06FADFA09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60" name="텍스트 상자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ko-KR" altLang="en-US" sz="8000" noProof="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</a:p>
        </p:txBody>
      </p:sp>
      <p:sp>
        <p:nvSpPr>
          <p:cNvPr id="61" name="텍스트 상자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ko-KR" altLang="en-US" sz="8000" noProof="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9275B5D-D0B7-46B8-8502-E86C86786768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8" name="텍스트 개체 틀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9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10" name="텍스트 개체 틀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11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12" name="텍스트 개체 틀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4B56667-C80F-4798-9EDF-35BBD400FA9B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그림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제목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19" name="텍스트 개체 틀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20" name="그림 개체 틀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ko-KR" altLang="en-US" noProof="0" smtClean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21" name="텍스트 개체 틀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22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23" name="그림 개체 틀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ko-KR" altLang="en-US" noProof="0" smtClean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24" name="텍스트 개체 틀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25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26" name="그림 개체 틀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ko-KR" altLang="en-US" noProof="0" smtClean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27" name="텍스트 개체 틀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B7B76C3-1374-4CDA-9B18-E384596E8C1D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D2C130E-39DA-4F45-9B70-77F1F511E7D1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7ACF756-678A-42B8-B410-7B66B442ABA1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그룹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직사각형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자유형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자유형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자유형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자유형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자유형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자유형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자유형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자유형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자유형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자유형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선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자유형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자유형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자유형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자유형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직사각형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자유형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자유형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자유형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자유형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자유형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자유형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자유형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자유형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자유형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자유형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그룹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자유형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자유형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자유형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자유형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자유형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자유형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자유형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자유형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자유형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직사각형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1CCF197-A991-4D66-93F3-B2585ED26206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D22F896-40B5-4ADD-8801-0D06FADFA09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그룹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직사각형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79" name="그림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6="http://schemas.microsoft.com/office/drawing/2014/main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그림 4" descr="회로 기판 클로즈업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30000"/>
          </a:blip>
          <a:srcRect t="6504" b="9202"/>
          <a:stretch/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grpSp>
        <p:nvGrpSpPr>
          <p:cNvPr id="81" name="그룹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대각선 방향의 모서리가 둥근 사각형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자유형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5" name="자유형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6" name="자유형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7" name="자유형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8" name="자유형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9" name="자유형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0" name="자유형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1" name="자유형(F)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2" name="자유형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3" name="직사각형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4" name="자유형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5" name="자유형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6" name="자유형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7" name="자유형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8" name="자유형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9" name="자유형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0" name="자유형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1" name="자유형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2" name="자유형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3" name="직사각형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n-US" altLang="ko-KR" dirty="0" err="1" smtClean="0"/>
              <a:t>Ethercat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기반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장비제어프로그래밍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 rtlCol="0">
            <a:normAutofit/>
          </a:bodyPr>
          <a:lstStyle/>
          <a:p>
            <a:pPr algn="ctr" rtl="0"/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반도체 장비소프트웨어과 하이테크 송성민</a:t>
            </a:r>
            <a:endParaRPr lang="en-US" altLang="ko-KR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공정 선택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포토공정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err="1" smtClean="0"/>
              <a:t>포토공정의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PR </a:t>
            </a:r>
            <a:r>
              <a:rPr lang="ko-KR" altLang="en-US" dirty="0" smtClean="0"/>
              <a:t>도포</a:t>
            </a:r>
            <a:r>
              <a:rPr lang="en-US" altLang="ko-KR" dirty="0"/>
              <a:t>, </a:t>
            </a:r>
            <a:r>
              <a:rPr lang="ko-KR" altLang="en-US" dirty="0" err="1"/>
              <a:t>노광</a:t>
            </a:r>
            <a:r>
              <a:rPr lang="en-US" altLang="ko-KR" dirty="0"/>
              <a:t>, </a:t>
            </a:r>
            <a:r>
              <a:rPr lang="ko-KR" altLang="en-US" dirty="0" smtClean="0"/>
              <a:t>현상 프로세스를 구현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334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/>
              <a:t>메인 제어 프로세스 시나리오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31520" y="2249487"/>
            <a:ext cx="10315891" cy="3541714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b="1" dirty="0" smtClean="0"/>
              <a:t>단계 </a:t>
            </a:r>
            <a:r>
              <a:rPr lang="en-US" altLang="ko-KR" b="1" dirty="0" smtClean="0"/>
              <a:t>1: </a:t>
            </a:r>
            <a:r>
              <a:rPr lang="ko-KR" altLang="en-US" b="1" dirty="0" smtClean="0"/>
              <a:t>웨이퍼 준비</a:t>
            </a:r>
            <a:endParaRPr lang="en-US" altLang="ko-KR" b="1" dirty="0" smtClean="0"/>
          </a:p>
          <a:p>
            <a:r>
              <a:rPr lang="ko-KR" altLang="en-US" b="1" dirty="0" smtClean="0"/>
              <a:t>이송</a:t>
            </a:r>
            <a:r>
              <a:rPr lang="en-US" altLang="ko-KR" b="1" dirty="0" smtClean="0"/>
              <a:t>: </a:t>
            </a:r>
            <a:r>
              <a:rPr lang="ko-KR" altLang="en-US" dirty="0" smtClean="0"/>
              <a:t>로봇이 웨이퍼를 </a:t>
            </a:r>
            <a:r>
              <a:rPr lang="en-US" altLang="ko-KR" dirty="0" smtClean="0"/>
              <a:t>FOUP_A</a:t>
            </a:r>
            <a:r>
              <a:rPr lang="ko-KR" altLang="en-US" dirty="0" smtClean="0"/>
              <a:t>에서 반출</a:t>
            </a:r>
            <a:endParaRPr lang="en-US" altLang="ko-KR" dirty="0" smtClean="0"/>
          </a:p>
          <a:p>
            <a:r>
              <a:rPr lang="ko-KR" altLang="en-US" b="1" dirty="0" smtClean="0"/>
              <a:t>단계 </a:t>
            </a:r>
            <a:r>
              <a:rPr lang="en-US" altLang="ko-KR" b="1" dirty="0"/>
              <a:t>2</a:t>
            </a:r>
            <a:r>
              <a:rPr lang="en-US" altLang="ko-KR" b="1" dirty="0" smtClean="0"/>
              <a:t>: PR</a:t>
            </a:r>
            <a:r>
              <a:rPr lang="ko-KR" altLang="en-US" b="1" dirty="0" smtClean="0"/>
              <a:t> </a:t>
            </a:r>
            <a:r>
              <a:rPr lang="ko-KR" altLang="en-US" b="1" dirty="0"/>
              <a:t>도포 공정 </a:t>
            </a:r>
            <a:r>
              <a:rPr lang="en-US" altLang="ko-KR" b="1" dirty="0" smtClean="0"/>
              <a:t>(Coater</a:t>
            </a:r>
            <a:r>
              <a:rPr lang="en-US" altLang="ko-KR" b="1" dirty="0"/>
              <a:t>)</a:t>
            </a:r>
          </a:p>
          <a:p>
            <a:r>
              <a:rPr lang="ko-KR" altLang="en-US" b="1" dirty="0"/>
              <a:t>이송</a:t>
            </a:r>
            <a:r>
              <a:rPr lang="en-US" altLang="ko-KR" dirty="0"/>
              <a:t>: </a:t>
            </a:r>
            <a:r>
              <a:rPr lang="ko-KR" altLang="en-US" dirty="0"/>
              <a:t>로봇이 </a:t>
            </a:r>
            <a:r>
              <a:rPr lang="ko-KR" altLang="en-US" dirty="0" smtClean="0"/>
              <a:t>웨이퍼를 </a:t>
            </a:r>
            <a:r>
              <a:rPr lang="en-US" altLang="ko-KR" dirty="0" smtClean="0"/>
              <a:t>FOUP_A</a:t>
            </a:r>
            <a:r>
              <a:rPr lang="ko-KR" altLang="en-US" dirty="0" smtClean="0"/>
              <a:t>에서 반출한 웨이퍼를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CHAMBER_A</a:t>
            </a:r>
            <a:r>
              <a:rPr lang="ko-KR" altLang="en-US" dirty="0" smtClean="0"/>
              <a:t>로 이송</a:t>
            </a:r>
            <a:endParaRPr lang="en-US" altLang="ko-KR" dirty="0" smtClean="0"/>
          </a:p>
          <a:p>
            <a:r>
              <a:rPr lang="ko-KR" altLang="en-US" b="1" dirty="0" smtClean="0"/>
              <a:t>단계 </a:t>
            </a:r>
            <a:r>
              <a:rPr lang="en-US" altLang="ko-KR" b="1" dirty="0"/>
              <a:t>3</a:t>
            </a:r>
            <a:r>
              <a:rPr lang="en-US" altLang="ko-KR" b="1" dirty="0" smtClean="0"/>
              <a:t>: </a:t>
            </a:r>
            <a:r>
              <a:rPr lang="ko-KR" altLang="en-US" b="1" dirty="0" err="1"/>
              <a:t>노광</a:t>
            </a:r>
            <a:r>
              <a:rPr lang="ko-KR" altLang="en-US" b="1" dirty="0"/>
              <a:t> 공정 </a:t>
            </a:r>
            <a:r>
              <a:rPr lang="en-US" altLang="ko-KR" b="1" dirty="0"/>
              <a:t>(PMC 2: Exposure)</a:t>
            </a:r>
          </a:p>
          <a:p>
            <a:r>
              <a:rPr lang="ko-KR" altLang="en-US" b="1" dirty="0"/>
              <a:t>이송</a:t>
            </a:r>
            <a:r>
              <a:rPr lang="en-US" altLang="ko-KR" dirty="0"/>
              <a:t>: </a:t>
            </a:r>
            <a:r>
              <a:rPr lang="ko-KR" altLang="en-US" dirty="0"/>
              <a:t>로봇이 </a:t>
            </a:r>
            <a:r>
              <a:rPr lang="en-US" altLang="ko-KR" dirty="0" smtClean="0"/>
              <a:t>CHAMBER_A</a:t>
            </a:r>
            <a:r>
              <a:rPr lang="ko-KR" altLang="en-US" dirty="0" smtClean="0"/>
              <a:t>에서 </a:t>
            </a:r>
            <a:r>
              <a:rPr lang="ko-KR" altLang="en-US" dirty="0" err="1"/>
              <a:t>베이크가</a:t>
            </a:r>
            <a:r>
              <a:rPr lang="ko-KR" altLang="en-US" dirty="0"/>
              <a:t> 끝난 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웨이퍼를 </a:t>
            </a:r>
            <a:r>
              <a:rPr lang="ko-KR" altLang="en-US" dirty="0"/>
              <a:t>픽업하여 </a:t>
            </a:r>
            <a:r>
              <a:rPr lang="en-US" altLang="ko-KR" dirty="0" smtClean="0"/>
              <a:t>CHAMBER_B</a:t>
            </a:r>
            <a:r>
              <a:rPr lang="ko-KR" altLang="en-US" dirty="0" smtClean="0"/>
              <a:t>로 이송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-1203" t="11619" r="1203" b="19426"/>
          <a:stretch/>
        </p:blipFill>
        <p:spPr>
          <a:xfrm>
            <a:off x="7131134" y="1752703"/>
            <a:ext cx="4933000" cy="453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84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메인 제어 프로세스 시나리오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b="1" dirty="0"/>
              <a:t>단계 </a:t>
            </a:r>
            <a:r>
              <a:rPr lang="en-US" altLang="ko-KR" b="1" dirty="0"/>
              <a:t>4</a:t>
            </a:r>
            <a:r>
              <a:rPr lang="en-US" altLang="ko-KR" b="1" dirty="0" smtClean="0"/>
              <a:t>: </a:t>
            </a:r>
            <a:r>
              <a:rPr lang="ko-KR" altLang="en-US" b="1" dirty="0"/>
              <a:t>현상 공정 </a:t>
            </a:r>
            <a:r>
              <a:rPr lang="en-US" altLang="ko-KR" b="1" dirty="0"/>
              <a:t>(PMC 3: Developer)</a:t>
            </a:r>
          </a:p>
          <a:p>
            <a:r>
              <a:rPr lang="ko-KR" altLang="en-US" b="1" dirty="0"/>
              <a:t>이송</a:t>
            </a:r>
            <a:r>
              <a:rPr lang="en-US" altLang="ko-KR" dirty="0"/>
              <a:t>: </a:t>
            </a:r>
            <a:r>
              <a:rPr lang="ko-KR" altLang="en-US" dirty="0"/>
              <a:t>로봇이 </a:t>
            </a:r>
            <a:r>
              <a:rPr lang="en-US" altLang="ko-KR" dirty="0" smtClean="0"/>
              <a:t>CHAMBER_B</a:t>
            </a:r>
            <a:r>
              <a:rPr lang="ko-KR" altLang="en-US" dirty="0" smtClean="0"/>
              <a:t>에서 </a:t>
            </a:r>
            <a:r>
              <a:rPr lang="ko-KR" altLang="en-US" dirty="0" err="1"/>
              <a:t>노광된</a:t>
            </a:r>
            <a:r>
              <a:rPr lang="ko-KR" altLang="en-US" dirty="0"/>
              <a:t> 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웨이퍼를 </a:t>
            </a:r>
            <a:r>
              <a:rPr lang="ko-KR" altLang="en-US" dirty="0"/>
              <a:t>픽업하여 </a:t>
            </a:r>
            <a:r>
              <a:rPr lang="en-US" altLang="ko-KR" dirty="0" smtClean="0"/>
              <a:t>CHAMBER_C</a:t>
            </a:r>
            <a:r>
              <a:rPr lang="ko-KR" altLang="en-US" dirty="0" smtClean="0"/>
              <a:t>로 이송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b="1" dirty="0"/>
              <a:t>단계 </a:t>
            </a:r>
            <a:r>
              <a:rPr lang="en-US" altLang="ko-KR" b="1" dirty="0" smtClean="0"/>
              <a:t>5: </a:t>
            </a:r>
            <a:r>
              <a:rPr lang="ko-KR" altLang="en-US" b="1" dirty="0"/>
              <a:t>공정 완료 및 반출 </a:t>
            </a:r>
            <a:r>
              <a:rPr lang="en-US" altLang="ko-KR" b="1" dirty="0"/>
              <a:t>(Unload)</a:t>
            </a:r>
          </a:p>
          <a:p>
            <a:r>
              <a:rPr lang="ko-KR" altLang="en-US" b="1" dirty="0"/>
              <a:t>이송</a:t>
            </a:r>
            <a:r>
              <a:rPr lang="en-US" altLang="ko-KR" dirty="0"/>
              <a:t>: </a:t>
            </a:r>
            <a:r>
              <a:rPr lang="ko-KR" altLang="en-US" dirty="0"/>
              <a:t>로봇이 최종 현상이 완료된 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웨이퍼를 </a:t>
            </a:r>
            <a:r>
              <a:rPr lang="ko-KR" altLang="en-US" dirty="0"/>
              <a:t>픽업하여 </a:t>
            </a:r>
            <a:r>
              <a:rPr lang="en-US" altLang="ko-KR" dirty="0" smtClean="0"/>
              <a:t>FOUP_B</a:t>
            </a:r>
            <a:r>
              <a:rPr lang="ko-KR" altLang="en-US" dirty="0" smtClean="0"/>
              <a:t>로 이송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-1203" t="11619" r="1203" b="19426"/>
          <a:stretch/>
        </p:blipFill>
        <p:spPr>
          <a:xfrm>
            <a:off x="7095508" y="1752703"/>
            <a:ext cx="4933000" cy="453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8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코드 구현 계획</a:t>
            </a:r>
            <a:r>
              <a:rPr lang="en-US" altLang="ko-KR" dirty="0" smtClean="0"/>
              <a:t>(</a:t>
            </a:r>
            <a:r>
              <a:rPr lang="ko-KR" altLang="en-US" dirty="0" smtClean="0"/>
              <a:t>클래스 분류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100" b="1" dirty="0" err="1" smtClean="0"/>
              <a:t>진입부</a:t>
            </a:r>
            <a:endParaRPr lang="en-US" altLang="ko-KR" sz="1100" b="1" dirty="0" smtClean="0"/>
          </a:p>
          <a:p>
            <a:pPr marL="0" indent="0">
              <a:buNone/>
            </a:pPr>
            <a:r>
              <a:rPr lang="en-US" altLang="ko-KR" sz="1100" dirty="0" smtClean="0"/>
              <a:t>Program, </a:t>
            </a:r>
            <a:r>
              <a:rPr lang="en-US" altLang="ko-KR" sz="1100" dirty="0" err="1" smtClean="0"/>
              <a:t>LoginForm</a:t>
            </a:r>
            <a:endParaRPr lang="en-US" altLang="ko-KR" sz="1100" dirty="0" smtClean="0"/>
          </a:p>
          <a:p>
            <a:pPr marL="0" indent="0">
              <a:buNone/>
            </a:pPr>
            <a:r>
              <a:rPr lang="ko-KR" altLang="en-US" sz="1100" b="1" dirty="0" smtClean="0"/>
              <a:t>화면 </a:t>
            </a:r>
            <a:r>
              <a:rPr lang="en-US" altLang="ko-KR" sz="1100" b="1" dirty="0" smtClean="0"/>
              <a:t>UI</a:t>
            </a:r>
          </a:p>
          <a:p>
            <a:pPr marL="0" indent="0">
              <a:buNone/>
            </a:pPr>
            <a:r>
              <a:rPr lang="en-US" altLang="ko-KR" sz="1100" dirty="0" smtClean="0"/>
              <a:t>From1, </a:t>
            </a:r>
            <a:r>
              <a:rPr lang="en-US" altLang="ko-KR" sz="1100" dirty="0" err="1" smtClean="0"/>
              <a:t>ChangePasswordform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MimicPanel</a:t>
            </a:r>
            <a:r>
              <a:rPr lang="en-US" altLang="ko-KR" sz="1100" dirty="0" smtClean="0"/>
              <a:t> </a:t>
            </a:r>
            <a:r>
              <a:rPr lang="en-US" altLang="ko-KR" sz="1100" b="1" dirty="0" smtClean="0"/>
              <a:t> </a:t>
            </a:r>
          </a:p>
          <a:p>
            <a:pPr marL="0" indent="0">
              <a:buNone/>
            </a:pPr>
            <a:r>
              <a:rPr lang="ko-KR" altLang="en-US" sz="1100" b="1" dirty="0" smtClean="0"/>
              <a:t>제어 매니저</a:t>
            </a:r>
            <a:endParaRPr lang="en-US" altLang="ko-KR" sz="1100" b="1" dirty="0"/>
          </a:p>
          <a:p>
            <a:pPr marL="0" indent="0">
              <a:buNone/>
            </a:pPr>
            <a:r>
              <a:rPr lang="en-US" altLang="ko-KR" sz="1100" dirty="0" err="1" smtClean="0"/>
              <a:t>AutoSequence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MotionManager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RobotManager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ChamberManager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IOManager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LogManager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WaferManager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RecipeManager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UserManager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AlarmManager</a:t>
            </a:r>
            <a:r>
              <a:rPr lang="en-US" altLang="ko-KR" sz="1100" dirty="0" smtClean="0"/>
              <a:t>, E10StateTracker</a:t>
            </a:r>
          </a:p>
          <a:p>
            <a:pPr marL="0" indent="0">
              <a:buNone/>
            </a:pPr>
            <a:r>
              <a:rPr lang="ko-KR" altLang="en-US" sz="1100" b="1" dirty="0" smtClean="0"/>
              <a:t>데이터 모델</a:t>
            </a:r>
            <a:endParaRPr lang="en-US" altLang="ko-KR" sz="1100" b="1" dirty="0" smtClean="0"/>
          </a:p>
          <a:p>
            <a:pPr marL="0" indent="0">
              <a:buNone/>
            </a:pPr>
            <a:r>
              <a:rPr lang="en-US" altLang="ko-KR" sz="1100" dirty="0" smtClean="0"/>
              <a:t>Chamber, Wafer, Lot, </a:t>
            </a:r>
            <a:r>
              <a:rPr lang="en-US" altLang="ko-KR" sz="1100" dirty="0" err="1" smtClean="0"/>
              <a:t>RecipeStep</a:t>
            </a:r>
            <a:r>
              <a:rPr lang="en-US" altLang="ko-KR" sz="1100" dirty="0" smtClean="0"/>
              <a:t>, Recipe, User, Position</a:t>
            </a:r>
          </a:p>
          <a:p>
            <a:pPr marL="0" indent="0">
              <a:buNone/>
            </a:pPr>
            <a:r>
              <a:rPr lang="ko-KR" altLang="en-US" sz="1100" b="1" dirty="0" smtClean="0"/>
              <a:t>공통</a:t>
            </a:r>
            <a:r>
              <a:rPr lang="en-US" altLang="ko-KR" sz="1100" b="1" dirty="0"/>
              <a:t> </a:t>
            </a:r>
            <a:r>
              <a:rPr lang="ko-KR" altLang="en-US" sz="1100" b="1" dirty="0" smtClean="0"/>
              <a:t>상수</a:t>
            </a:r>
            <a:r>
              <a:rPr lang="en-US" altLang="ko-KR" sz="1100" b="1" dirty="0" smtClean="0"/>
              <a:t>*</a:t>
            </a:r>
            <a:r>
              <a:rPr lang="ko-KR" altLang="en-US" sz="1100" b="1" dirty="0" err="1" smtClean="0"/>
              <a:t>유틸</a:t>
            </a:r>
            <a:endParaRPr lang="en-US" altLang="ko-KR" sz="1100" b="1" dirty="0" smtClean="0"/>
          </a:p>
          <a:p>
            <a:pPr marL="0" indent="0">
              <a:buNone/>
            </a:pPr>
            <a:r>
              <a:rPr lang="en-US" altLang="ko-KR" sz="1100" dirty="0" smtClean="0"/>
              <a:t>Resources, Constants, </a:t>
            </a:r>
            <a:r>
              <a:rPr lang="en-US" altLang="ko-KR" sz="1100" dirty="0" err="1" smtClean="0"/>
              <a:t>PositionConfig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IOMap</a:t>
            </a:r>
            <a:r>
              <a:rPr lang="en-US" altLang="ko-KR" sz="1100" dirty="0" smtClean="0"/>
              <a:t>, </a:t>
            </a:r>
            <a:r>
              <a:rPr lang="en-US" altLang="ko-KR" sz="1100" dirty="0" err="1" smtClean="0"/>
              <a:t>AlarmEntry</a:t>
            </a:r>
            <a:endParaRPr lang="en-US" altLang="ko-KR" sz="1100" dirty="0" smtClean="0"/>
          </a:p>
        </p:txBody>
      </p:sp>
    </p:spTree>
    <p:extLst>
      <p:ext uri="{BB962C8B-B14F-4D97-AF65-F5344CB8AC3E}">
        <p14:creationId xmlns:p14="http://schemas.microsoft.com/office/powerpoint/2010/main" val="248924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38090"/>
          </a:xfrm>
        </p:spPr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코드 구현 계획 </a:t>
            </a:r>
            <a:r>
              <a:rPr lang="en-US" altLang="ko-KR" dirty="0" smtClean="0"/>
              <a:t>(</a:t>
            </a:r>
            <a:r>
              <a:rPr lang="ko-KR" altLang="en-US" dirty="0" smtClean="0"/>
              <a:t>구현 순서 </a:t>
            </a:r>
            <a:r>
              <a:rPr lang="ko-KR" altLang="en-US" dirty="0" err="1" smtClean="0"/>
              <a:t>로드맵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41412" y="2072244"/>
            <a:ext cx="9905999" cy="37189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1400" dirty="0"/>
              <a:t>UI </a:t>
            </a:r>
            <a:r>
              <a:rPr lang="ko-KR" altLang="en-US" sz="1400" dirty="0" smtClean="0"/>
              <a:t>구현  </a:t>
            </a:r>
            <a:r>
              <a:rPr lang="en-US" altLang="ko-KR" sz="1400" dirty="0" smtClean="0"/>
              <a:t>-&gt; </a:t>
            </a:r>
            <a:r>
              <a:rPr lang="en-US" altLang="ko-KR" sz="1400" dirty="0" err="1" smtClean="0"/>
              <a:t>EtherCAT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Motion </a:t>
            </a:r>
            <a:r>
              <a:rPr lang="ko-KR" altLang="en-US" sz="1400" dirty="0" smtClean="0"/>
              <a:t>제어 </a:t>
            </a:r>
            <a:r>
              <a:rPr lang="en-US" altLang="ko-KR" sz="1400" dirty="0" smtClean="0"/>
              <a:t>-&gt; Digital </a:t>
            </a:r>
            <a:r>
              <a:rPr lang="en-US" altLang="ko-KR" sz="1400" dirty="0"/>
              <a:t>I/O </a:t>
            </a:r>
            <a:r>
              <a:rPr lang="ko-KR" altLang="en-US" sz="1400" dirty="0" smtClean="0"/>
              <a:t>제어 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 smtClean="0"/>
              <a:t>-&gt; Robot </a:t>
            </a:r>
            <a:r>
              <a:rPr lang="ko-KR" altLang="en-US" sz="1400" dirty="0" smtClean="0"/>
              <a:t>제어 </a:t>
            </a:r>
            <a:r>
              <a:rPr lang="en-US" altLang="ko-KR" sz="1400" dirty="0" smtClean="0"/>
              <a:t>-&gt; Chamber </a:t>
            </a:r>
            <a:r>
              <a:rPr lang="ko-KR" altLang="en-US" sz="1400" dirty="0" smtClean="0"/>
              <a:t>구현 </a:t>
            </a:r>
            <a:r>
              <a:rPr lang="en-US" altLang="ko-KR" sz="1400" dirty="0" smtClean="0"/>
              <a:t>-&gt; Auto </a:t>
            </a:r>
            <a:r>
              <a:rPr lang="en-US" altLang="ko-KR" sz="1400" dirty="0"/>
              <a:t>Sequence </a:t>
            </a:r>
            <a:r>
              <a:rPr lang="ko-KR" altLang="en-US" sz="1400" dirty="0" smtClean="0"/>
              <a:t>구현 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 smtClean="0"/>
              <a:t>-&gt; Alarm </a:t>
            </a:r>
            <a:r>
              <a:rPr lang="ko-KR" altLang="en-US" sz="1400" dirty="0"/>
              <a:t>및 </a:t>
            </a:r>
            <a:r>
              <a:rPr lang="en-US" altLang="ko-KR" sz="1400" dirty="0" smtClean="0"/>
              <a:t>Safety -&gt; Wafer Tracking -&gt; Data Logging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smtClean="0"/>
              <a:t>-&gt; </a:t>
            </a:r>
            <a:r>
              <a:rPr lang="ko-KR" altLang="en-US" sz="1400" dirty="0" smtClean="0"/>
              <a:t>최종 </a:t>
            </a:r>
            <a:r>
              <a:rPr lang="ko-KR" altLang="en-US" sz="1400" dirty="0"/>
              <a:t>시뮬레이션 및 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2374076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회로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796_TF45165253.potx" id="{A3909C48-C3CD-41B9-ABA9-DFD6BFA22AA7}" vid="{1BA88A41-9DD4-4CE1-9384-6D568C2CF76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회로 디자인</Template>
  <TotalTime>0</TotalTime>
  <Words>248</Words>
  <Application>Microsoft Office PowerPoint</Application>
  <PresentationFormat>와이드스크린</PresentationFormat>
  <Paragraphs>39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Trebuchet MS</vt:lpstr>
      <vt:lpstr>회로</vt:lpstr>
      <vt:lpstr>Ethercat 기반  장비제어프로그래밍</vt:lpstr>
      <vt:lpstr>1. 공정 선택</vt:lpstr>
      <vt:lpstr>2. 메인 제어 프로세스 시나리오</vt:lpstr>
      <vt:lpstr>2. 메인 제어 프로세스 시나리오</vt:lpstr>
      <vt:lpstr>3. 코드 구현 계획(클래스 분류)</vt:lpstr>
      <vt:lpstr>3. 코드 구현 계획 (구현 순서 로드맵)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2026-06-30T05:21:36Z</dcterms:created>
  <dcterms:modified xsi:type="dcterms:W3CDTF">2026-07-07T02:24:54Z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